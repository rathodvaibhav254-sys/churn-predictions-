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Presentation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Customer Churn Prediction using Random Forest</a:t>
            </a:r>
          </a:p>
          <a:p>
            <a:pPr/>
            <a:r>
              <a:t>Deployment with Streamlit Cloud</a:t>
            </a:r>
          </a:p>
          <a:p>
            <a:pPr/>
            <a:r>
              <a:t>B.Tech – Gen AI (2nd Semester)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 Title</a:t>
            </a:r>
          </a:p>
          <a:p>
            <a:pPr/>
            <a:r>
              <a:t>Student Name &amp; Enrollment Number</a:t>
            </a:r>
          </a:p>
          <a:p>
            <a:pPr/>
            <a:r>
              <a:t>Course &amp; Semester</a:t>
            </a:r>
          </a:p>
          <a:p>
            <a:pPr/>
            <a:r>
              <a:t>Instructor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Brief introduction to customer churn</a:t>
            </a:r>
          </a:p>
          <a:p>
            <a:pPr/>
            <a:r>
              <a:t>Importance of churn prediction</a:t>
            </a:r>
          </a:p>
          <a:p>
            <a:pPr/>
            <a:r>
              <a:t>Objective of the model and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Describe customer_churn.csv</a:t>
            </a:r>
          </a:p>
          <a:p>
            <a:pPr/>
            <a:r>
              <a:t>Key columns: demographics, account info, service usage, churn status</a:t>
            </a:r>
          </a:p>
          <a:p>
            <a:pPr/>
            <a:r>
              <a:t>Rows &amp; columns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ML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Cleaning</a:t>
            </a:r>
          </a:p>
          <a:p>
            <a:pPr/>
            <a:r>
              <a:t>Feature Encoding</a:t>
            </a:r>
          </a:p>
          <a:p>
            <a:pPr/>
            <a:r>
              <a:t>Train-Test Split</a:t>
            </a:r>
          </a:p>
          <a:p>
            <a:pPr/>
            <a:r>
              <a:t>Random Forest Model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Accuracy Score</a:t>
            </a:r>
          </a:p>
          <a:p>
            <a:pPr/>
            <a:r>
              <a:t>Confusion Matrix</a:t>
            </a:r>
          </a:p>
          <a:p>
            <a:pPr/>
            <a:r>
              <a:t>Classification Report</a:t>
            </a:r>
          </a:p>
          <a:p>
            <a:pPr/>
            <a:r>
              <a:t>ROC Curve</a:t>
            </a:r>
          </a:p>
          <a:p>
            <a:pPr/>
            <a:r>
              <a:t>Feature Importance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Churn distribution plot</a:t>
            </a:r>
          </a:p>
          <a:p>
            <a:pPr/>
            <a:r>
              <a:t>Feature distribution plots</a:t>
            </a:r>
          </a:p>
          <a:p>
            <a:pPr/>
            <a:r>
              <a:t>ROC curve</a:t>
            </a:r>
          </a:p>
          <a:p>
            <a:pPr/>
            <a:r>
              <a:t>Feature importance bar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Streamlit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app.py loads model and takes inputs</a:t>
            </a:r>
          </a:p>
          <a:p>
            <a:pPr/>
            <a:r>
              <a:t>requirements.txt includes all dependencies</a:t>
            </a:r>
          </a:p>
          <a:p>
            <a:pPr/>
            <a:r>
              <a:t>GitHub repository contains app.py, model.pkl, requirements.txt</a:t>
            </a:r>
          </a:p>
          <a:p>
            <a:pPr/>
            <a:r>
              <a:t>Streamlit Cloud builds and hosts the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Deployment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Create GitHub repo and upload project files</a:t>
            </a:r>
          </a:p>
          <a:p>
            <a:pPr/>
            <a:r>
              <a:t>Go to Streamlit Cloud → Sign in</a:t>
            </a:r>
          </a:p>
          <a:p>
            <a:pPr/>
            <a:r>
              <a:t>Click 'Deploy App'</a:t>
            </a:r>
          </a:p>
          <a:p>
            <a:pPr/>
            <a:r>
              <a:t>Select repo and choose app.py</a:t>
            </a:r>
          </a:p>
          <a:p>
            <a:pPr/>
            <a:r>
              <a:t>Copy &amp; share the deployment 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Conclusion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Summarize key insights</a:t>
            </a:r>
          </a:p>
          <a:p>
            <a:pPr/>
            <a:r>
              <a:t>Model performance</a:t>
            </a:r>
          </a:p>
          <a:p>
            <a:pPr/>
            <a:r>
              <a:t>Important features influencing churn</a:t>
            </a:r>
          </a:p>
          <a:p>
            <a:pPr/>
            <a:r>
              <a:t>Areas of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 clean and readable fonts</a:t>
            </a:r>
          </a:p>
          <a:p>
            <a:pPr/>
            <a:r>
              <a:t>Add visuals and charts</a:t>
            </a:r>
          </a:p>
          <a:p>
            <a:pPr/>
            <a:r>
              <a:t>Limit text per slide</a:t>
            </a:r>
          </a:p>
          <a:p>
            <a:pPr/>
            <a:r>
              <a:t>Use bullet points</a:t>
            </a:r>
          </a:p>
          <a:p>
            <a:pPr/>
            <a:r>
              <a:t>Include screenshots of deployment and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